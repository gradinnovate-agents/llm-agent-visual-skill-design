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支援的圖表類型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柱狀圖 - 比較類別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 - 顯示趨勢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•́́́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 - 變數關係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直方圖 - 分佈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Schema 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"chartType": "bar",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{"month": "1月", "sales": 120},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{"month": "2月", "sales": 200}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"xField": "month",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"yField": "sales",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"月度銷售額"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1026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1026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列表格式的資料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3452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38044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6422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76422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29484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選擇類型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29484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 / line / scatter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98848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01818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01818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設定參數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xField, yField, title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24244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88836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27214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27214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0276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執行生成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80276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調用 generate.py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 SKILL 架構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主技能文件 (YAML + Markdown)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參考手冊與範例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templates/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預設配置模板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scripts/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驗證與生成腳本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錯誤處理策略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錯誤類型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ValidationError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輸入不符合 schema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返回詳細錯誤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EmptyDataError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資料為空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提示检查輸入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RenderError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渲染失敗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重試或降級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圖像生成 SKILL 設計實戰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