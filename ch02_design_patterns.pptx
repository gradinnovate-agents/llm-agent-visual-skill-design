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heme/theme2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四大設計模式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12648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8" name="Shape 6"/>
          <p:cNvSpPr/>
          <p:nvPr/>
        </p:nvSpPr>
        <p:spPr>
          <a:xfrm>
            <a:off x="612648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9" name="Shape 7"/>
          <p:cNvSpPr/>
          <p:nvPr/>
        </p:nvSpPr>
        <p:spPr>
          <a:xfrm>
            <a:off x="1242441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242441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🔧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49808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Tool Calling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每個圖表類型是獨立 Tool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649474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649474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15" name="Shape 13"/>
          <p:cNvSpPr/>
          <p:nvPr/>
        </p:nvSpPr>
        <p:spPr>
          <a:xfrm>
            <a:off x="2649474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16" name="Shape 14"/>
          <p:cNvSpPr/>
          <p:nvPr/>
        </p:nvSpPr>
        <p:spPr>
          <a:xfrm>
            <a:off x="3279267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79267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2786634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Structured Output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86634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輸出 JSON 轉換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86300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86300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22" name="Shape 20"/>
          <p:cNvSpPr/>
          <p:nvPr/>
        </p:nvSpPr>
        <p:spPr>
          <a:xfrm>
            <a:off x="4686300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23" name="Shape 21"/>
          <p:cNvSpPr/>
          <p:nvPr/>
        </p:nvSpPr>
        <p:spPr>
          <a:xfrm>
            <a:off x="5316093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16093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💻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823460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Interpreter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23460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生成執行碼在沙盒執行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723126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23126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29" name="Shape 27"/>
          <p:cNvSpPr/>
          <p:nvPr/>
        </p:nvSpPr>
        <p:spPr>
          <a:xfrm>
            <a:off x="6723126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0" name="Shape 28"/>
          <p:cNvSpPr/>
          <p:nvPr/>
        </p:nvSpPr>
        <p:spPr>
          <a:xfrm>
            <a:off x="7352919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352919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🎨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6860286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Generative UI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860286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佈局×樣式雙維度控制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/ 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Calling vs Structured Output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1188720"/>
            <a:ext cx="3776472" cy="3291840"/>
          </a:xfrm>
          <a:prstGeom prst="rect">
            <a:avLst>
              <a:gd name="adj" fmla="val 1667"/>
            </a:avLst>
          </a:prstGeom>
          <a:solidFill>
            <a:srgbClr val="1A2A3A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188720"/>
            <a:ext cx="3776472" cy="73152"/>
          </a:xfrm>
          <a:prstGeom prst="rect">
            <a:avLst/>
          </a:prstGeom>
          <a:solidFill>
            <a:srgbClr val="1A3A2A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325880"/>
            <a:ext cx="3776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Tool Calling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95528" y="1691640"/>
            <a:ext cx="3410712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300" dirty="0">
                <a:solidFill>
                  <a:srgbClr val="C8C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每個圖表類型是獨立函數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300" dirty="0">
                <a:solidFill>
                  <a:srgbClr val="C8C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精細控制參數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300" dirty="0">
                <a:solidFill>
                  <a:srgbClr val="C8C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適合穩定的圖表類型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26864" y="1188720"/>
            <a:ext cx="3776472" cy="3291840"/>
          </a:xfrm>
          <a:prstGeom prst="rect">
            <a:avLst>
              <a:gd name="adj" fmla="val 1667"/>
            </a:avLst>
          </a:prstGeom>
          <a:solidFill>
            <a:srgbClr val="2A1A2A"/>
          </a:solidFill>
          <a:ln/>
        </p:spPr>
      </p:sp>
      <p:sp>
        <p:nvSpPr>
          <p:cNvPr id="9" name="Shape 7"/>
          <p:cNvSpPr/>
          <p:nvPr/>
        </p:nvSpPr>
        <p:spPr>
          <a:xfrm>
            <a:off x="4626864" y="1188720"/>
            <a:ext cx="3776472" cy="73152"/>
          </a:xfrm>
          <a:prstGeom prst="rect">
            <a:avLst/>
          </a:prstGeom>
          <a:solidFill>
            <a:srgbClr val="3A1A2A"/>
          </a:solidFill>
          <a:ln/>
        </p:spPr>
      </p:sp>
      <p:sp>
        <p:nvSpPr>
          <p:cNvPr id="10" name="Text 8"/>
          <p:cNvSpPr/>
          <p:nvPr/>
        </p:nvSpPr>
        <p:spPr>
          <a:xfrm>
            <a:off x="4626864" y="1325880"/>
            <a:ext cx="3776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Structured Output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09744" y="1691640"/>
            <a:ext cx="3410712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300" dirty="0">
                <a:solidFill>
                  <a:srgbClr val="C8C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 只負責輸出 JSON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300" dirty="0">
                <a:solidFill>
                  <a:srgbClr val="C8C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解耦渲染引擎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300" dirty="0">
                <a:solidFill>
                  <a:srgbClr val="C8C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更大的彈性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 Interpreter 流程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188720"/>
            <a:ext cx="1773936" cy="3383280"/>
          </a:xfrm>
          <a:prstGeom prst="roundRect">
            <a:avLst>
              <a:gd name="adj" fmla="val 5155"/>
            </a:avLst>
          </a:prstGeom>
          <a:solidFill>
            <a:srgbClr val="1A2A3A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12648" y="1188720"/>
            <a:ext cx="1773936" cy="54864"/>
          </a:xfrm>
          <a:prstGeom prst="roundRect">
            <a:avLst>
              <a:gd name="adj" fmla="val 166667"/>
            </a:avLst>
          </a:prstGeom>
          <a:solidFill>
            <a:srgbClr val="00FF88"/>
          </a:solidFill>
          <a:ln/>
        </p:spPr>
      </p:sp>
      <p:sp>
        <p:nvSpPr>
          <p:cNvPr id="8" name="Shape 6"/>
          <p:cNvSpPr/>
          <p:nvPr/>
        </p:nvSpPr>
        <p:spPr>
          <a:xfrm>
            <a:off x="612648" y="1216152"/>
            <a:ext cx="1773936" cy="27432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9" name="Text 7"/>
          <p:cNvSpPr/>
          <p:nvPr/>
        </p:nvSpPr>
        <p:spPr>
          <a:xfrm>
            <a:off x="1316736" y="1371600"/>
            <a:ext cx="365760" cy="365760"/>
          </a:xfrm>
          <a:prstGeom prst="ellipse">
            <a:avLst/>
          </a:prstGeom>
          <a:solidFill>
            <a:srgbClr val="00FF8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1874520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生成代碼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49808" y="2423160"/>
            <a:ext cx="149961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根據需求生成 Python 程式碼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386584" y="2880360"/>
            <a:ext cx="274320" cy="0"/>
          </a:xfrm>
          <a:prstGeom prst="line">
            <a:avLst/>
          </a:prstGeom>
          <a:noFill/>
          <a:ln w="25400">
            <a:solidFill>
              <a:srgbClr val="8888A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660904" y="1188720"/>
            <a:ext cx="1773936" cy="3383280"/>
          </a:xfrm>
          <a:prstGeom prst="roundRect">
            <a:avLst>
              <a:gd name="adj" fmla="val 5155"/>
            </a:avLst>
          </a:prstGeom>
          <a:solidFill>
            <a:srgbClr val="1A2A3A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660904" y="1188720"/>
            <a:ext cx="1773936" cy="54864"/>
          </a:xfrm>
          <a:prstGeom prst="roundRect">
            <a:avLst>
              <a:gd name="adj" fmla="val 166667"/>
            </a:avLst>
          </a:prstGeom>
          <a:solidFill>
            <a:srgbClr val="00FF88"/>
          </a:solidFill>
          <a:ln/>
        </p:spPr>
      </p:sp>
      <p:sp>
        <p:nvSpPr>
          <p:cNvPr id="15" name="Shape 13"/>
          <p:cNvSpPr/>
          <p:nvPr/>
        </p:nvSpPr>
        <p:spPr>
          <a:xfrm>
            <a:off x="2660904" y="1216152"/>
            <a:ext cx="1773936" cy="27432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16" name="Text 14"/>
          <p:cNvSpPr/>
          <p:nvPr/>
        </p:nvSpPr>
        <p:spPr>
          <a:xfrm>
            <a:off x="3364992" y="1371600"/>
            <a:ext cx="365760" cy="365760"/>
          </a:xfrm>
          <a:prstGeom prst="ellipse">
            <a:avLst/>
          </a:prstGeom>
          <a:solidFill>
            <a:srgbClr val="00FF8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798064" y="1874520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安全檢查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798064" y="2423160"/>
            <a:ext cx="149961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檢查禁用模組和關鍵字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434840" y="2880360"/>
            <a:ext cx="274320" cy="0"/>
          </a:xfrm>
          <a:prstGeom prst="line">
            <a:avLst/>
          </a:prstGeom>
          <a:noFill/>
          <a:ln w="25400">
            <a:solidFill>
              <a:srgbClr val="8888A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709160" y="1188720"/>
            <a:ext cx="1773936" cy="3383280"/>
          </a:xfrm>
          <a:prstGeom prst="roundRect">
            <a:avLst>
              <a:gd name="adj" fmla="val 5155"/>
            </a:avLst>
          </a:prstGeom>
          <a:solidFill>
            <a:srgbClr val="1A2A3A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1188720"/>
            <a:ext cx="1773936" cy="54864"/>
          </a:xfrm>
          <a:prstGeom prst="roundRect">
            <a:avLst>
              <a:gd name="adj" fmla="val 166667"/>
            </a:avLst>
          </a:prstGeom>
          <a:solidFill>
            <a:srgbClr val="00FF88"/>
          </a:solidFill>
          <a:ln/>
        </p:spPr>
      </p:sp>
      <p:sp>
        <p:nvSpPr>
          <p:cNvPr id="22" name="Shape 20"/>
          <p:cNvSpPr/>
          <p:nvPr/>
        </p:nvSpPr>
        <p:spPr>
          <a:xfrm>
            <a:off x="4709160" y="1216152"/>
            <a:ext cx="1773936" cy="27432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23" name="Text 21"/>
          <p:cNvSpPr/>
          <p:nvPr/>
        </p:nvSpPr>
        <p:spPr>
          <a:xfrm>
            <a:off x="5413248" y="1371600"/>
            <a:ext cx="365760" cy="365760"/>
          </a:xfrm>
          <a:prstGeom prst="ellipse">
            <a:avLst/>
          </a:prstGeom>
          <a:solidFill>
            <a:srgbClr val="00FF8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846320" y="1874520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沙盒執行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846320" y="2423160"/>
            <a:ext cx="149961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在受限環境中執行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83096" y="2880360"/>
            <a:ext cx="274320" cy="0"/>
          </a:xfrm>
          <a:prstGeom prst="line">
            <a:avLst/>
          </a:prstGeom>
          <a:noFill/>
          <a:ln w="25400">
            <a:solidFill>
              <a:srgbClr val="8888AA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757416" y="1188720"/>
            <a:ext cx="1773936" cy="3383280"/>
          </a:xfrm>
          <a:prstGeom prst="roundRect">
            <a:avLst>
              <a:gd name="adj" fmla="val 5155"/>
            </a:avLst>
          </a:prstGeom>
          <a:solidFill>
            <a:srgbClr val="1A2A3A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57416" y="1188720"/>
            <a:ext cx="1773936" cy="54864"/>
          </a:xfrm>
          <a:prstGeom prst="roundRect">
            <a:avLst>
              <a:gd name="adj" fmla="val 166667"/>
            </a:avLst>
          </a:prstGeom>
          <a:solidFill>
            <a:srgbClr val="00FF88"/>
          </a:solidFill>
          <a:ln/>
        </p:spPr>
      </p:sp>
      <p:sp>
        <p:nvSpPr>
          <p:cNvPr id="29" name="Shape 27"/>
          <p:cNvSpPr/>
          <p:nvPr/>
        </p:nvSpPr>
        <p:spPr>
          <a:xfrm>
            <a:off x="6757416" y="1216152"/>
            <a:ext cx="1773936" cy="27432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0" name="Text 28"/>
          <p:cNvSpPr/>
          <p:nvPr/>
        </p:nvSpPr>
        <p:spPr>
          <a:xfrm>
            <a:off x="7461504" y="1371600"/>
            <a:ext cx="365760" cy="365760"/>
          </a:xfrm>
          <a:prstGeom prst="ellipse">
            <a:avLst/>
          </a:prstGeom>
          <a:solidFill>
            <a:srgbClr val="00FF8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894576" y="1874520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捕捉輸出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894576" y="2423160"/>
            <a:ext cx="149961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獲取生成的圖片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模式選擇決策樹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3931920" y="118872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00FF88"/>
          </a:solidFill>
          <a:ln w="19050">
            <a:solidFill>
              <a:srgbClr val="00FF88"/>
            </a:solidFill>
            <a:prstDash val="solid"/>
          </a:ln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931920" y="118872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需要什麼樣的圖表能力？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0" y="1645920"/>
            <a:ext cx="0" cy="54864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40280" y="2194560"/>
            <a:ext cx="2331720" cy="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40280" y="2194560"/>
            <a:ext cx="0" cy="54864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600200" y="274320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00FF88"/>
            </a:solidFill>
            <a:prstDash val="solid"/>
          </a:ln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600200" y="27432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</a:rPr>
              <a:t>彈性/通用性 → Code Interpreter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0" y="1645920"/>
            <a:ext cx="0" cy="54864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794760" y="2194560"/>
            <a:ext cx="777240" cy="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4760" y="2194560"/>
            <a:ext cx="0" cy="54864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154680" y="274320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00FF88"/>
            </a:solidFill>
            <a:prstDash val="solid"/>
          </a:ln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154680" y="27432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</a:rPr>
              <a:t>精確控制 → Tool Calling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0" y="1645920"/>
            <a:ext cx="0" cy="54864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0" y="2194560"/>
            <a:ext cx="777240" cy="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49240" y="2194560"/>
            <a:ext cx="0" cy="54864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709160" y="274320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00FF88"/>
            </a:solidFill>
            <a:prstDash val="solid"/>
          </a:ln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09160" y="27432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</a:rPr>
              <a:t>結構化數據 → Structured Output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0" y="1645920"/>
            <a:ext cx="0" cy="54864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0" y="2194560"/>
            <a:ext cx="2331720" cy="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03720" y="2194560"/>
            <a:ext cx="0" cy="54864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263640" y="274320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00FF88"/>
            </a:solidFill>
            <a:prstDash val="solid"/>
          </a:ln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263640" y="27432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</a:rPr>
              <a:t>豐富視覺 → Generative UI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模式選擇建議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280160"/>
            <a:ext cx="2517648" cy="3291840"/>
          </a:xfrm>
          <a:prstGeom prst="roundRect">
            <a:avLst>
              <a:gd name="adj" fmla="val 3632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12648" y="1280160"/>
            <a:ext cx="54864" cy="3291840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463040"/>
            <a:ext cx="22433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需要精細控制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1828800"/>
            <a:ext cx="2243328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 Tool Calling 模式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13176" y="1280160"/>
            <a:ext cx="2517648" cy="3291840"/>
          </a:xfrm>
          <a:prstGeom prst="roundRect">
            <a:avLst>
              <a:gd name="adj" fmla="val 3632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13176" y="1280160"/>
            <a:ext cx="54864" cy="3291840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12" name="Text 10"/>
          <p:cNvSpPr/>
          <p:nvPr/>
        </p:nvSpPr>
        <p:spPr>
          <a:xfrm>
            <a:off x="3477768" y="1463040"/>
            <a:ext cx="22433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需要彈性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77768" y="1828800"/>
            <a:ext cx="2243328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 Code Interpreter 模式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13704" y="1280160"/>
            <a:ext cx="2517648" cy="3291840"/>
          </a:xfrm>
          <a:prstGeom prst="roundRect">
            <a:avLst>
              <a:gd name="adj" fmla="val 3632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13704" y="1280160"/>
            <a:ext cx="54864" cy="3291840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16" name="Text 14"/>
          <p:cNvSpPr/>
          <p:nvPr/>
        </p:nvSpPr>
        <p:spPr>
          <a:xfrm>
            <a:off x="6178296" y="1463040"/>
            <a:ext cx="22433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需要解耦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178296" y="1828800"/>
            <a:ext cx="2243328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 Structured Output 模式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/ 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8572" cy="5148072"/>
          </a:xfrm>
          <a:prstGeom prst="rect">
            <a:avLst/>
          </a:prstGeom>
          <a:solidFill>
            <a:srgbClr val="00FF88">
              <a:alpha val="-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524000" y="857250"/>
            <a:ext cx="7624572" cy="4290822"/>
          </a:xfrm>
          <a:prstGeom prst="rect">
            <a:avLst/>
          </a:prstGeom>
          <a:solidFill>
            <a:srgbClr val="03CF74">
              <a:alpha val="-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048000" y="1714500"/>
            <a:ext cx="6100572" cy="3433572"/>
          </a:xfrm>
          <a:prstGeom prst="rect">
            <a:avLst/>
          </a:prstGeom>
          <a:solidFill>
            <a:srgbClr val="069F60">
              <a:alpha val="-1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572000" y="2571750"/>
            <a:ext cx="4576572" cy="2576322"/>
          </a:xfrm>
          <a:prstGeom prst="rect">
            <a:avLst/>
          </a:prstGeom>
          <a:solidFill>
            <a:srgbClr val="096F4B">
              <a:alpha val="-1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096000" y="3429000"/>
            <a:ext cx="3052572" cy="1719072"/>
          </a:xfrm>
          <a:prstGeom prst="rect">
            <a:avLst/>
          </a:prstGeom>
          <a:solidFill>
            <a:srgbClr val="0C3F37">
              <a:alpha val="-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7620000" y="4286250"/>
            <a:ext cx="1528572" cy="861822"/>
          </a:xfrm>
          <a:prstGeom prst="rect">
            <a:avLst/>
          </a:prstGeom>
          <a:solidFill>
            <a:srgbClr val="0F0F23">
              <a:alpha val="1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503920" y="0"/>
            <a:ext cx="160020" cy="160020"/>
          </a:xfrm>
          <a:prstGeom prst="ellipse">
            <a:avLst/>
          </a:prstGeom>
          <a:solidFill>
            <a:srgbClr val="00FF88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619134" y="115214"/>
            <a:ext cx="134417" cy="134417"/>
          </a:xfrm>
          <a:prstGeom prst="ellipse">
            <a:avLst/>
          </a:prstGeom>
          <a:solidFill>
            <a:srgbClr val="00FF88">
              <a:alpha val="9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734349" y="230429"/>
            <a:ext cx="108814" cy="108814"/>
          </a:xfrm>
          <a:prstGeom prst="ellipse">
            <a:avLst/>
          </a:prstGeom>
          <a:solidFill>
            <a:srgbClr val="00FF88">
              <a:alpha val="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4411980"/>
            <a:ext cx="731520" cy="731520"/>
          </a:xfrm>
          <a:prstGeom prst="arc">
            <a:avLst/>
          </a:prstGeom>
          <a:solidFill>
            <a:srgbClr val="00FF88">
              <a:alpha val="10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5666" y="345186"/>
            <a:ext cx="864108" cy="864108"/>
          </a:xfrm>
          <a:prstGeom prst="ellipse">
            <a:avLst/>
          </a:prstGeom>
          <a:solidFill>
            <a:srgbClr val="00FF88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4297680" y="457200"/>
            <a:ext cx="640080" cy="640080"/>
          </a:xfrm>
          <a:prstGeom prst="ellipse">
            <a:avLst/>
          </a:prstGeom>
          <a:solidFill>
            <a:srgbClr val="0F0F23"/>
          </a:solidFill>
          <a:ln w="25400">
            <a:solidFill>
              <a:srgbClr val="00FF88"/>
            </a:solidFill>
            <a:prstDash val="solid"/>
          </a:ln>
          <a:effectLst>
            <a:outerShdw sx="100000" sy="100000" kx="0" ky="0" algn="bl" rotWithShape="0" blurRad="76200" dist="25400" dir="2700000">
              <a:srgbClr val="00FF88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297680" y="457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32004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3147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46863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4290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8006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5433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9149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6576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0292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7719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435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8862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2578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0005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3721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148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2291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6007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434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7150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4577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612648" y="2468880"/>
            <a:ext cx="79187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spc="2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圖表 SKILL 設計實戰</a:t>
            </a:r>
            <a:endParaRPr lang="en-US" sz="30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"/>
            <a:ext cx="1097280" cy="1097280"/>
          </a:xfrm>
          <a:prstGeom prst="donut">
            <a:avLst/>
          </a:prstGeom>
          <a:solidFill>
            <a:srgbClr val="00FF88">
              <a:alpha val="6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01000" y="3794760"/>
            <a:ext cx="822960" cy="822960"/>
          </a:xfrm>
          <a:prstGeom prst="donut">
            <a:avLst/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2026-04-23T08:35:52Z</dcterms:created>
  <dcterms:modified xsi:type="dcterms:W3CDTF">2026-04-23T08:35:52Z</dcterms:modified>
</cp:coreProperties>
</file>