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四大設計模式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8" name="Shape 6"/>
          <p:cNvSpPr/>
          <p:nvPr/>
        </p:nvSpPr>
        <p:spPr>
          <a:xfrm>
            <a:off x="612648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9" name="Shape 7"/>
          <p:cNvSpPr/>
          <p:nvPr/>
        </p:nvSpPr>
        <p:spPr>
          <a:xfrm>
            <a:off x="1242441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42441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9808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 Calling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每個圖表類型是獨立 Tool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49474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49474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15" name="Shape 13"/>
          <p:cNvSpPr/>
          <p:nvPr/>
        </p:nvSpPr>
        <p:spPr>
          <a:xfrm>
            <a:off x="2649474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6" name="Shape 14"/>
          <p:cNvSpPr/>
          <p:nvPr/>
        </p:nvSpPr>
        <p:spPr>
          <a:xfrm>
            <a:off x="3279267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79267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786634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Structured Output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86634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輸出 JSON 轉換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6300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22" name="Shape 20"/>
          <p:cNvSpPr/>
          <p:nvPr/>
        </p:nvSpPr>
        <p:spPr>
          <a:xfrm>
            <a:off x="4686300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3" name="Shape 21"/>
          <p:cNvSpPr/>
          <p:nvPr/>
        </p:nvSpPr>
        <p:spPr>
          <a:xfrm>
            <a:off x="5316093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16093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823460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 Interpreter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23460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生成執行碼在沙盒執行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3126" y="1280160"/>
            <a:ext cx="1808226" cy="32918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23126" y="1280160"/>
            <a:ext cx="1808226" cy="45720"/>
          </a:xfrm>
          <a:prstGeom prst="roundRect">
            <a:avLst>
              <a:gd name="adj" fmla="val 200000"/>
            </a:avLst>
          </a:prstGeom>
          <a:solidFill>
            <a:srgbClr val="00FF88"/>
          </a:solidFill>
          <a:ln/>
        </p:spPr>
      </p:sp>
      <p:sp>
        <p:nvSpPr>
          <p:cNvPr id="29" name="Shape 27"/>
          <p:cNvSpPr/>
          <p:nvPr/>
        </p:nvSpPr>
        <p:spPr>
          <a:xfrm>
            <a:off x="6723126" y="1303020"/>
            <a:ext cx="1808226" cy="228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0" name="Shape 28"/>
          <p:cNvSpPr/>
          <p:nvPr/>
        </p:nvSpPr>
        <p:spPr>
          <a:xfrm>
            <a:off x="7352919" y="1508760"/>
            <a:ext cx="548640" cy="548640"/>
          </a:xfrm>
          <a:prstGeom prst="ellipse">
            <a:avLst/>
          </a:prstGeom>
          <a:solidFill>
            <a:srgbClr val="00FF88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52919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860286" y="2194560"/>
            <a:ext cx="153390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Generative UI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60286" y="2560320"/>
            <a:ext cx="153390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佈局×樣式雙維度控制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Calling vs Structured Output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1188720"/>
            <a:ext cx="3776472" cy="3291840"/>
          </a:xfrm>
          <a:prstGeom prst="rect">
            <a:avLst>
              <a:gd name="adj" fmla="val 1667"/>
            </a:avLst>
          </a:prstGeom>
          <a:solidFill>
            <a:srgbClr val="1A2A3A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188720"/>
            <a:ext cx="3776472" cy="73152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325880"/>
            <a:ext cx="3776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Tool Calling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1691640"/>
            <a:ext cx="3410712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C8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每個圖表類型是獨立函數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C8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精細控制參數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C8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適合穩定的圖表類型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26864" y="1188720"/>
            <a:ext cx="3776472" cy="3291840"/>
          </a:xfrm>
          <a:prstGeom prst="rect">
            <a:avLst>
              <a:gd name="adj" fmla="val 1667"/>
            </a:avLst>
          </a:prstGeom>
          <a:solidFill>
            <a:srgbClr val="2A1A2A"/>
          </a:solidFill>
          <a:ln/>
        </p:spPr>
      </p:sp>
      <p:sp>
        <p:nvSpPr>
          <p:cNvPr id="9" name="Shape 7"/>
          <p:cNvSpPr/>
          <p:nvPr/>
        </p:nvSpPr>
        <p:spPr>
          <a:xfrm>
            <a:off x="4626864" y="1188720"/>
            <a:ext cx="3776472" cy="73152"/>
          </a:xfrm>
          <a:prstGeom prst="rect">
            <a:avLst/>
          </a:prstGeom>
          <a:solidFill>
            <a:srgbClr val="3A1A2A"/>
          </a:solidFill>
          <a:ln/>
        </p:spPr>
      </p:sp>
      <p:sp>
        <p:nvSpPr>
          <p:cNvPr id="10" name="Text 8"/>
          <p:cNvSpPr/>
          <p:nvPr/>
        </p:nvSpPr>
        <p:spPr>
          <a:xfrm>
            <a:off x="4626864" y="1325880"/>
            <a:ext cx="3776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Structured Output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9744" y="1691640"/>
            <a:ext cx="3410712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C8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只負責輸出 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C8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解耦渲染引擎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C8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更大的彈性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Interpreter 流程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188720"/>
            <a:ext cx="1773936" cy="3383280"/>
          </a:xfrm>
          <a:prstGeom prst="roundRect">
            <a:avLst>
              <a:gd name="adj" fmla="val 5155"/>
            </a:avLst>
          </a:prstGeom>
          <a:solidFill>
            <a:srgbClr val="1A2A3A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188720"/>
            <a:ext cx="1773936" cy="54864"/>
          </a:xfrm>
          <a:prstGeom prst="roundRect">
            <a:avLst>
              <a:gd name="adj" fmla="val 166667"/>
            </a:avLst>
          </a:prstGeom>
          <a:solidFill>
            <a:srgbClr val="00FF88"/>
          </a:solidFill>
          <a:ln/>
        </p:spPr>
      </p:sp>
      <p:sp>
        <p:nvSpPr>
          <p:cNvPr id="8" name="Shape 6"/>
          <p:cNvSpPr/>
          <p:nvPr/>
        </p:nvSpPr>
        <p:spPr>
          <a:xfrm>
            <a:off x="612648" y="1216152"/>
            <a:ext cx="1773936" cy="2743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9" name="Text 7"/>
          <p:cNvSpPr/>
          <p:nvPr/>
        </p:nvSpPr>
        <p:spPr>
          <a:xfrm>
            <a:off x="1316736" y="137160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187452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生成代碼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2423160"/>
            <a:ext cx="149961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根據需求生成 Python 程式碼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86584" y="2880360"/>
            <a:ext cx="274320" cy="0"/>
          </a:xfrm>
          <a:prstGeom prst="line">
            <a:avLst/>
          </a:prstGeom>
          <a:noFill/>
          <a:ln w="25400">
            <a:solidFill>
              <a:srgbClr val="8888A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660904" y="1188720"/>
            <a:ext cx="1773936" cy="3383280"/>
          </a:xfrm>
          <a:prstGeom prst="roundRect">
            <a:avLst>
              <a:gd name="adj" fmla="val 5155"/>
            </a:avLst>
          </a:prstGeom>
          <a:solidFill>
            <a:srgbClr val="1A2A3A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60904" y="1188720"/>
            <a:ext cx="1773936" cy="54864"/>
          </a:xfrm>
          <a:prstGeom prst="roundRect">
            <a:avLst>
              <a:gd name="adj" fmla="val 166667"/>
            </a:avLst>
          </a:prstGeom>
          <a:solidFill>
            <a:srgbClr val="00FF88"/>
          </a:solidFill>
          <a:ln/>
        </p:spPr>
      </p:sp>
      <p:sp>
        <p:nvSpPr>
          <p:cNvPr id="15" name="Shape 13"/>
          <p:cNvSpPr/>
          <p:nvPr/>
        </p:nvSpPr>
        <p:spPr>
          <a:xfrm>
            <a:off x="2660904" y="1216152"/>
            <a:ext cx="1773936" cy="2743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6" name="Text 14"/>
          <p:cNvSpPr/>
          <p:nvPr/>
        </p:nvSpPr>
        <p:spPr>
          <a:xfrm>
            <a:off x="3364992" y="137160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98064" y="187452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安全檢查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98064" y="2423160"/>
            <a:ext cx="149961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檢查禁用模組和關鍵字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34840" y="2880360"/>
            <a:ext cx="274320" cy="0"/>
          </a:xfrm>
          <a:prstGeom prst="line">
            <a:avLst/>
          </a:prstGeom>
          <a:noFill/>
          <a:ln w="25400">
            <a:solidFill>
              <a:srgbClr val="8888A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709160" y="1188720"/>
            <a:ext cx="1773936" cy="3383280"/>
          </a:xfrm>
          <a:prstGeom prst="roundRect">
            <a:avLst>
              <a:gd name="adj" fmla="val 5155"/>
            </a:avLst>
          </a:prstGeom>
          <a:solidFill>
            <a:srgbClr val="1A2A3A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188720"/>
            <a:ext cx="1773936" cy="54864"/>
          </a:xfrm>
          <a:prstGeom prst="roundRect">
            <a:avLst>
              <a:gd name="adj" fmla="val 166667"/>
            </a:avLst>
          </a:prstGeom>
          <a:solidFill>
            <a:srgbClr val="00FF88"/>
          </a:solidFill>
          <a:ln/>
        </p:spPr>
      </p:sp>
      <p:sp>
        <p:nvSpPr>
          <p:cNvPr id="22" name="Shape 20"/>
          <p:cNvSpPr/>
          <p:nvPr/>
        </p:nvSpPr>
        <p:spPr>
          <a:xfrm>
            <a:off x="4709160" y="1216152"/>
            <a:ext cx="1773936" cy="2743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3" name="Text 21"/>
          <p:cNvSpPr/>
          <p:nvPr/>
        </p:nvSpPr>
        <p:spPr>
          <a:xfrm>
            <a:off x="5413248" y="137160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187452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沙盒執行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2423160"/>
            <a:ext cx="149961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在受限環境中執行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83096" y="2880360"/>
            <a:ext cx="274320" cy="0"/>
          </a:xfrm>
          <a:prstGeom prst="line">
            <a:avLst/>
          </a:prstGeom>
          <a:noFill/>
          <a:ln w="25400">
            <a:solidFill>
              <a:srgbClr val="8888A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757416" y="1188720"/>
            <a:ext cx="1773936" cy="3383280"/>
          </a:xfrm>
          <a:prstGeom prst="roundRect">
            <a:avLst>
              <a:gd name="adj" fmla="val 5155"/>
            </a:avLst>
          </a:prstGeom>
          <a:solidFill>
            <a:srgbClr val="1A2A3A"/>
          </a:solidFill>
          <a:ln/>
          <a:effectLst>
            <a:outerShdw sx="100000" sy="100000" kx="0" ky="0" algn="bl" rotWithShape="0" blurRad="76200" dist="38100" dir="2700000">
              <a:srgbClr val="009955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57416" y="1188720"/>
            <a:ext cx="1773936" cy="54864"/>
          </a:xfrm>
          <a:prstGeom prst="roundRect">
            <a:avLst>
              <a:gd name="adj" fmla="val 166667"/>
            </a:avLst>
          </a:prstGeom>
          <a:solidFill>
            <a:srgbClr val="00FF88"/>
          </a:solidFill>
          <a:ln/>
        </p:spPr>
      </p:sp>
      <p:sp>
        <p:nvSpPr>
          <p:cNvPr id="29" name="Shape 27"/>
          <p:cNvSpPr/>
          <p:nvPr/>
        </p:nvSpPr>
        <p:spPr>
          <a:xfrm>
            <a:off x="6757416" y="1216152"/>
            <a:ext cx="1773936" cy="2743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0" name="Text 28"/>
          <p:cNvSpPr/>
          <p:nvPr/>
        </p:nvSpPr>
        <p:spPr>
          <a:xfrm>
            <a:off x="7461504" y="137160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94576" y="187452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捕捉輸出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94576" y="2423160"/>
            <a:ext cx="149961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8C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獲取生成的圖片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模式選擇決策樹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3931920" y="11887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00FF88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31920" y="1188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需要什麼樣的圖表能力？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645920"/>
            <a:ext cx="0" cy="54864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194560"/>
            <a:ext cx="-2331720" cy="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2194560"/>
            <a:ext cx="0" cy="54864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600200" y="27432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00200" y="2743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彈性/通用性 → Code Interpreter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645920"/>
            <a:ext cx="0" cy="54864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194560"/>
            <a:ext cx="-777240" cy="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4760" y="2194560"/>
            <a:ext cx="0" cy="54864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154680" y="27432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54680" y="2743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精確控制 → Tool Calling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1645920"/>
            <a:ext cx="0" cy="54864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194560"/>
            <a:ext cx="777240" cy="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49240" y="2194560"/>
            <a:ext cx="0" cy="54864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09160" y="27432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2743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結構化數據 → Structured Output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1645920"/>
            <a:ext cx="0" cy="54864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2194560"/>
            <a:ext cx="2331720" cy="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2194560"/>
            <a:ext cx="0" cy="548640"/>
          </a:xfrm>
          <a:prstGeom prst="line">
            <a:avLst/>
          </a:prstGeom>
          <a:noFill/>
          <a:ln w="15240">
            <a:solidFill>
              <a:srgbClr val="00FF8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63640" y="27432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63640" y="2743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豐富視覺 → Generative UI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612648" y="411480"/>
            <a:ext cx="7918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0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模式選擇建議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" y="987552"/>
            <a:ext cx="7918704" cy="91440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014984"/>
            <a:ext cx="7918704" cy="36576"/>
          </a:xfrm>
          <a:prstGeom prst="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1280160"/>
            <a:ext cx="2517648" cy="3291840"/>
          </a:xfrm>
          <a:prstGeom prst="roundRect">
            <a:avLst>
              <a:gd name="adj" fmla="val 363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280160"/>
            <a:ext cx="54864" cy="329184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2243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需要精細控制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2243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 Tool Calling 模式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3176" y="1280160"/>
            <a:ext cx="2517648" cy="3291840"/>
          </a:xfrm>
          <a:prstGeom prst="roundRect">
            <a:avLst>
              <a:gd name="adj" fmla="val 363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3176" y="1280160"/>
            <a:ext cx="54864" cy="329184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77768" y="1463040"/>
            <a:ext cx="2243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需要彈性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7768" y="1828800"/>
            <a:ext cx="2243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 Code Interpreter 模式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13704" y="1280160"/>
            <a:ext cx="2517648" cy="3291840"/>
          </a:xfrm>
          <a:prstGeom prst="roundRect">
            <a:avLst>
              <a:gd name="adj" fmla="val 3632"/>
            </a:avLst>
          </a:prstGeom>
          <a:solidFill>
            <a:srgbClr val="1A2A3A"/>
          </a:solidFill>
          <a:ln/>
          <a:effectLst>
            <a:outerShdw sx="100000" sy="100000" kx="0" ky="0" algn="bl" rotWithShape="0" blurRad="38100" dist="12700" dir="2700000">
              <a:srgbClr val="009955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13704" y="1280160"/>
            <a:ext cx="54864" cy="329184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16" name="Text 14"/>
          <p:cNvSpPr/>
          <p:nvPr/>
        </p:nvSpPr>
        <p:spPr>
          <a:xfrm>
            <a:off x="6178296" y="1463040"/>
            <a:ext cx="2243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E0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需要解耦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8296" y="1828800"/>
            <a:ext cx="2243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 Structured Output 模式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35240" y="46451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464515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8572" cy="5148072"/>
          </a:xfrm>
          <a:prstGeom prst="rect">
            <a:avLst/>
          </a:prstGeom>
          <a:solidFill>
            <a:srgbClr val="00FF88">
              <a:alpha val="-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857250"/>
            <a:ext cx="7624572" cy="4290822"/>
          </a:xfrm>
          <a:prstGeom prst="rect">
            <a:avLst/>
          </a:prstGeom>
          <a:solidFill>
            <a:srgbClr val="03CF74">
              <a:alpha val="-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048000" y="1714500"/>
            <a:ext cx="6100572" cy="3433572"/>
          </a:xfrm>
          <a:prstGeom prst="rect">
            <a:avLst/>
          </a:prstGeom>
          <a:solidFill>
            <a:srgbClr val="069F60">
              <a:alpha val="-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2571750"/>
            <a:ext cx="4576572" cy="2576322"/>
          </a:xfrm>
          <a:prstGeom prst="rect">
            <a:avLst/>
          </a:prstGeom>
          <a:solidFill>
            <a:srgbClr val="096F4B">
              <a:alpha val="-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0" y="3429000"/>
            <a:ext cx="3052572" cy="1719072"/>
          </a:xfrm>
          <a:prstGeom prst="rect">
            <a:avLst/>
          </a:prstGeom>
          <a:solidFill>
            <a:srgbClr val="0C3F37">
              <a:alpha val="-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0000" y="4286250"/>
            <a:ext cx="1528572" cy="861822"/>
          </a:xfrm>
          <a:prstGeom prst="rect">
            <a:avLst/>
          </a:prstGeom>
          <a:solidFill>
            <a:srgbClr val="0F0F23">
              <a:alpha val="1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0"/>
            <a:ext cx="160020" cy="160020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619134" y="115214"/>
            <a:ext cx="134417" cy="134417"/>
          </a:xfrm>
          <a:prstGeom prst="ellipse">
            <a:avLst/>
          </a:prstGeom>
          <a:solidFill>
            <a:srgbClr val="00FF88">
              <a:alpha val="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34349" y="230429"/>
            <a:ext cx="108814" cy="108814"/>
          </a:xfrm>
          <a:prstGeom prst="ellipse">
            <a:avLst/>
          </a:prstGeom>
          <a:solidFill>
            <a:srgbClr val="00FF88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411980"/>
            <a:ext cx="731520" cy="731520"/>
          </a:xfrm>
          <a:prstGeom prst="arc">
            <a:avLst/>
          </a:prstGeom>
          <a:solidFill>
            <a:srgbClr val="00FF88">
              <a:alpha val="10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85666" y="345186"/>
            <a:ext cx="864108" cy="864108"/>
          </a:xfrm>
          <a:prstGeom prst="ellipse">
            <a:avLst/>
          </a:prstGeom>
          <a:solidFill>
            <a:srgbClr val="00FF8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457200"/>
            <a:ext cx="640080" cy="640080"/>
          </a:xfrm>
          <a:prstGeom prst="ellipse">
            <a:avLst/>
          </a:prstGeom>
          <a:solidFill>
            <a:srgbClr val="0F0F23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76200" dist="25400" dir="2700000">
              <a:srgbClr val="00FF88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2004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147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6863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5433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9149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719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1435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8862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257800" y="2194560"/>
            <a:ext cx="118872" cy="27432"/>
          </a:xfrm>
          <a:prstGeom prst="rect">
            <a:avLst/>
          </a:prstGeom>
          <a:solidFill>
            <a:srgbClr val="00FF88">
              <a:alpha val="79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372100" y="2194560"/>
            <a:ext cx="118872" cy="27432"/>
          </a:xfrm>
          <a:prstGeom prst="rect">
            <a:avLst/>
          </a:prstGeom>
          <a:solidFill>
            <a:srgbClr val="00FF88">
              <a:alpha val="73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0" y="2194560"/>
            <a:ext cx="118872" cy="27432"/>
          </a:xfrm>
          <a:prstGeom prst="rect">
            <a:avLst/>
          </a:prstGeom>
          <a:solidFill>
            <a:srgbClr val="00FF88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291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600700" y="2194560"/>
            <a:ext cx="118872" cy="27432"/>
          </a:xfrm>
          <a:prstGeom prst="rect">
            <a:avLst/>
          </a:prstGeom>
          <a:solidFill>
            <a:srgbClr val="00FF88">
              <a:alpha val="43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434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15000" y="2194560"/>
            <a:ext cx="118872" cy="27432"/>
          </a:xfrm>
          <a:prstGeom prst="rect">
            <a:avLst/>
          </a:prstGeom>
          <a:solidFill>
            <a:srgbClr val="00FF88">
              <a:alpha val="23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57700" y="2194560"/>
            <a:ext cx="118872" cy="27432"/>
          </a:xfrm>
          <a:prstGeom prst="rect">
            <a:avLst/>
          </a:prstGeom>
          <a:solidFill>
            <a:srgbClr val="00FF88">
              <a:alpha val="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" y="2468880"/>
            <a:ext cx="7918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圖表 SKILL 設計實戰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365760" y="365760"/>
            <a:ext cx="1097280" cy="1097280"/>
          </a:xfrm>
          <a:prstGeom prst="donut">
            <a:avLst/>
          </a:prstGeom>
          <a:solidFill>
            <a:srgbClr val="00FF88">
              <a:alpha val="6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3794760"/>
            <a:ext cx="822960" cy="822960"/>
          </a:xfrm>
          <a:prstGeom prst="donut">
            <a:avLst/>
          </a:prstGeom>
          <a:solidFill>
            <a:srgbClr val="00FF88">
              <a:alpha val="8000"/>
            </a:srgbClr>
          </a:solidFill>
          <a:ln w="6350">
            <a:solidFill>
              <a:srgbClr val="00FF8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2026-04-23T06:44:25Z</dcterms:created>
  <dcterms:modified xsi:type="dcterms:W3CDTF">2026-04-23T06:44:25Z</dcterms:modified>
</cp:coreProperties>
</file>