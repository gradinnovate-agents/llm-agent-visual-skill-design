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研究基礎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2648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8" name="Shape 6"/>
          <p:cNvSpPr/>
          <p:nvPr/>
        </p:nvSpPr>
        <p:spPr>
          <a:xfrm>
            <a:off x="612648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Shape 7"/>
          <p:cNvSpPr/>
          <p:nvPr/>
        </p:nvSpPr>
        <p:spPr>
          <a:xfrm>
            <a:off x="1242441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42441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49808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antvis/mcp-server-chart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MCP Server 架構，26+ 圖表類型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9474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49474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15" name="Shape 13"/>
          <p:cNvSpPr/>
          <p:nvPr/>
        </p:nvSpPr>
        <p:spPr>
          <a:xfrm>
            <a:off x="2649474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79267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79267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786634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hustcc/mcp-echarts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86634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ECharts 全功能，Structured Output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86300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86300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2" name="Shape 20"/>
          <p:cNvSpPr/>
          <p:nvPr/>
        </p:nvSpPr>
        <p:spPr>
          <a:xfrm>
            <a:off x="4686300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23" name="Shape 21"/>
          <p:cNvSpPr/>
          <p:nvPr/>
        </p:nvSpPr>
        <p:spPr>
          <a:xfrm>
            <a:off x="5316093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316093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823460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Preswald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WASM 瀏覽器執行，離線可用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723126" y="1280160"/>
            <a:ext cx="1808226" cy="32918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23126" y="1280160"/>
            <a:ext cx="1808226" cy="45720"/>
          </a:xfrm>
          <a:prstGeom prst="roundRect">
            <a:avLst>
              <a:gd name="adj" fmla="val 200000"/>
            </a:avLst>
          </a:prstGeom>
          <a:solidFill>
            <a:srgbClr val="00FF88"/>
          </a:solidFill>
          <a:ln/>
        </p:spPr>
      </p:sp>
      <p:sp>
        <p:nvSpPr>
          <p:cNvPr id="29" name="Shape 27"/>
          <p:cNvSpPr/>
          <p:nvPr/>
        </p:nvSpPr>
        <p:spPr>
          <a:xfrm>
            <a:off x="6723126" y="1303020"/>
            <a:ext cx="1808226" cy="228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0" name="Shape 28"/>
          <p:cNvSpPr/>
          <p:nvPr/>
        </p:nvSpPr>
        <p:spPr>
          <a:xfrm>
            <a:off x="7352919" y="1508760"/>
            <a:ext cx="548640" cy="548640"/>
          </a:xfrm>
          <a:prstGeom prst="ellipse">
            <a:avLst/>
          </a:prstGeom>
          <a:solidFill>
            <a:srgbClr val="00FF88"/>
          </a:solidFill>
          <a:ln/>
          <a:effectLst>
            <a:outerShdw sx="100000" sy="100000" kx="0" ky="0" algn="bl" rotWithShape="0" blurRad="38100" dist="12700" dir="2700000">
              <a:srgbClr val="009955">
                <a:alpha val="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52919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🎨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860286" y="2194560"/>
            <a:ext cx="1533906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0E0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baoyu-infographic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60286" y="2560320"/>
            <a:ext cx="1533906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Layout × Style 雙維度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/ 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專案比較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7918704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029968"/>
                <a:gridCol w="2029968"/>
                <a:gridCol w="2029968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Stars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設計特色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應用場景</a:t>
                      </a:r>
                      <a:endParaRPr lang="en-US" sz="14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88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antvis/mcp-server-chart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3996+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Tool-based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精細控制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hustcc/mcp-echarts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226+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Structured Output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結構化數據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Preswald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4287+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WASM 執行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資料應用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baoyu-infographic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150+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雙維度設計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C8C8E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豐富視覺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9728" marR="109728" marT="73152" marB="73152" anchor="ctr">
                    <a:lnL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3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Text 1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 設計迭代循環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5" name="Shape 3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554480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7425" y="1582592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131881" y="1665847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84821" y="1801047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06526" y="1982994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88473" y="2204699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23673" y="2457639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06928" y="2732095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006928" y="3017520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23673" y="3302945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88473" y="3577401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06526" y="3830341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84821" y="4052046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31881" y="4233993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57425" y="4369193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0" y="4452448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286575" y="4452448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12119" y="4369193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59179" y="4233993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37474" y="4052046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55527" y="3830341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20327" y="3577401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37072" y="3302945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08960" y="3017520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108960" y="2732095"/>
            <a:ext cx="28112" cy="28542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37072" y="2457639"/>
            <a:ext cx="83255" cy="274456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20327" y="2204699"/>
            <a:ext cx="135199" cy="252940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55527" y="1982994"/>
            <a:ext cx="181948" cy="221704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37474" y="1801047"/>
            <a:ext cx="221704" cy="181948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59179" y="1665847"/>
            <a:ext cx="252940" cy="135199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12119" y="1582592"/>
            <a:ext cx="274456" cy="83255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86575" y="1554480"/>
            <a:ext cx="285425" cy="28112"/>
          </a:xfrm>
          <a:prstGeom prst="line">
            <a:avLst/>
          </a:prstGeom>
          <a:noFill/>
          <a:ln w="19050">
            <a:solidFill>
              <a:srgbClr val="00FF8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60520" y="11430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160520" y="11430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研究需求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23560" y="260604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623560" y="2606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設計 Schema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60520" y="406908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160520" y="406908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實作核心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697480" y="260604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FF88"/>
            </a:solidFill>
            <a:prstDash val="solid"/>
          </a:ln>
          <a:effectLst>
            <a:outerShdw sx="100000" sy="100000" kx="0" ky="0" algn="bl" rotWithShape="0" blurRad="76200" dist="38100" dir="2700000">
              <a:srgbClr val="009955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697480" y="26060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驗證測試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365760"/>
            <a:ext cx="73152" cy="441198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4" name="Text 2"/>
          <p:cNvSpPr/>
          <p:nvPr/>
        </p:nvSpPr>
        <p:spPr>
          <a:xfrm>
            <a:off x="612648" y="411480"/>
            <a:ext cx="79187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E0E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課程績效 Checklist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12648" y="987552"/>
            <a:ext cx="7918704" cy="91440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6" name="Shape 4"/>
          <p:cNvSpPr/>
          <p:nvPr/>
        </p:nvSpPr>
        <p:spPr>
          <a:xfrm>
            <a:off x="612648" y="1014984"/>
            <a:ext cx="7918704" cy="36576"/>
          </a:xfrm>
          <a:prstGeom prst="rect">
            <a:avLst>
              <a:gd name="adj" fmla="val 50000"/>
            </a:avLst>
          </a:prstGeom>
          <a:solidFill>
            <a:srgbClr val="00FF88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188720"/>
            <a:ext cx="79187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能解釋 SKILL 和 Tool 的差異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能寫出符合規範的 SKILL.md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理解四大設計模式的選擇邏輯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能獨立設計並實作圖表/圖像 SKILL</a:t>
            </a:r>
            <a:endParaRPr lang="en-US" sz="1400" dirty="0"/>
          </a:p>
          <a:p>
            <a:pPr marL="342900" indent="-342900">
              <a:spcBef>
                <a:spcPts val="200"/>
              </a:spcBef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8C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能建立完整的驗證機制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35240" y="4645152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00FF88">
              <a:alpha val="8000"/>
            </a:srgbClr>
          </a:solidFill>
          <a:ln w="6350">
            <a:solidFill>
              <a:srgbClr val="00FF88">
                <a:alpha val="2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35240" y="4645152"/>
            <a:ext cx="1143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0"/>
            <a:ext cx="457200" cy="45720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" y="-2286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468630" y="-37719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60020" y="-43434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8915400" y="-2286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675370" y="-37719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304020" y="-43434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-228600" y="49149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-468630" y="476631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0020" y="470916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915400" y="4914900"/>
            <a:ext cx="457200" cy="457200"/>
          </a:xfrm>
          <a:prstGeom prst="ellipse">
            <a:avLst/>
          </a:prstGeom>
          <a:solidFill>
            <a:srgbClr val="00FF8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675370" y="4766310"/>
            <a:ext cx="297180" cy="297180"/>
          </a:xfrm>
          <a:prstGeom prst="ellipse">
            <a:avLst/>
          </a:prstGeom>
          <a:solidFill>
            <a:srgbClr val="00FF88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304020" y="4709160"/>
            <a:ext cx="228600" cy="228600"/>
          </a:xfrm>
          <a:prstGeom prst="ellipse">
            <a:avLst/>
          </a:prstGeom>
          <a:solidFill>
            <a:srgbClr val="00FF88">
              <a:alpha val="14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1371600"/>
            <a:ext cx="7918704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2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謝謝聽講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12648" y="2926080"/>
            <a:ext cx="79187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FF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Agent 視覺化 SKILL 設計 v2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2648" y="4206240"/>
            <a:ext cx="791870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A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完整教材與範例請見 GitHub\ngradinnovate-agents/llm-agent-visual-skill-design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2026-04-23T08:35:52Z</dcterms:created>
  <dcterms:modified xsi:type="dcterms:W3CDTF">2026-04-23T08:35:52Z</dcterms:modified>
</cp:coreProperties>
</file>