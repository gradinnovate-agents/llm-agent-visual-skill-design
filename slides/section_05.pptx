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三層驗證體系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2456688" cy="3383280"/>
          </a:xfrm>
          <a:prstGeom prst="roundRect">
            <a:avLst>
              <a:gd name="adj" fmla="val 372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188720"/>
            <a:ext cx="2456688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216152"/>
            <a:ext cx="2456688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1658112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2182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Schema 驗證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2182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結構、類型、必填欄位檢查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9336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43656" y="1188720"/>
            <a:ext cx="2456688" cy="3383280"/>
          </a:xfrm>
          <a:prstGeom prst="roundRect">
            <a:avLst>
              <a:gd name="adj" fmla="val 372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43656" y="1188720"/>
            <a:ext cx="2456688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43656" y="1216152"/>
            <a:ext cx="2456688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80816" y="1874520"/>
            <a:ext cx="2182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業務邏輯驗證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80816" y="2423160"/>
            <a:ext cx="2182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數據範圍、業務規則、一致性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0344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74664" y="1188720"/>
            <a:ext cx="2456688" cy="3383280"/>
          </a:xfrm>
          <a:prstGeom prst="roundRect">
            <a:avLst>
              <a:gd name="adj" fmla="val 372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4664" y="1188720"/>
            <a:ext cx="2456688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74664" y="1216152"/>
            <a:ext cx="2456688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7120128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1824" y="1874520"/>
            <a:ext cx="2182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結果驗證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1824" y="2423160"/>
            <a:ext cx="21823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輸出格式、內容正確性、品質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Schema 驗證實作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jsonschema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CHART_SCHEMA =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"chartType":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"string",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"enum": ["bar", "line", "scatter"]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"array",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"minItems":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["chartType", "data"]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jsonschema.validate(input_data, CHART_SCHEMA)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測試層級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044952"/>
                <a:gridCol w="3044952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測試類型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個別函數和類別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pytest, unittest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多個組件交互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E2E 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完整流程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Selenium, Playwright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錯誤處理策略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驗證錯誤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立即失敗，回傳詳細錯誤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3176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3176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768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渲染錯誤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7768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重詥或切換方案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704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3704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8296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8296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設定合理超時並返回部分結果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案例研究：熱門實作剖析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2026-04-23T06:44:25Z</dcterms:created>
  <dcterms:modified xsi:type="dcterms:W3CDTF">2026-04-23T06:44:25Z</dcterms:modified>
</cp:coreProperties>
</file>