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4114800" cy="647510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0" y="642938"/>
            <a:ext cx="4114800" cy="647510"/>
          </a:xfrm>
          <a:prstGeom prst="rect">
            <a:avLst/>
          </a:prstGeom>
          <a:solidFill>
            <a:srgbClr val="00DB75">
              <a:alpha val="6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0" y="1285875"/>
            <a:ext cx="4114800" cy="647510"/>
          </a:xfrm>
          <a:prstGeom prst="rect">
            <a:avLst/>
          </a:prstGeom>
          <a:solidFill>
            <a:srgbClr val="00B661">
              <a:alpha val="63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0" y="1928813"/>
            <a:ext cx="4114800" cy="647510"/>
          </a:xfrm>
          <a:prstGeom prst="rect">
            <a:avLst/>
          </a:prstGeom>
          <a:solidFill>
            <a:srgbClr val="00924E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029200" y="2571750"/>
            <a:ext cx="4114800" cy="647510"/>
          </a:xfrm>
          <a:prstGeom prst="rect">
            <a:avLst/>
          </a:prstGeom>
          <a:solidFill>
            <a:srgbClr val="006D3A">
              <a:alpha val="6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3214688"/>
            <a:ext cx="4114800" cy="647510"/>
          </a:xfrm>
          <a:prstGeom prst="rect">
            <a:avLst/>
          </a:prstGeom>
          <a:solidFill>
            <a:srgbClr val="004927">
              <a:alpha val="69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0" y="3857625"/>
            <a:ext cx="4114800" cy="647510"/>
          </a:xfrm>
          <a:prstGeom prst="rect">
            <a:avLst/>
          </a:prstGeom>
          <a:solidFill>
            <a:srgbClr val="002413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4500563"/>
            <a:ext cx="4114800" cy="647510"/>
          </a:xfrm>
          <a:prstGeom prst="rect">
            <a:avLst/>
          </a:prstGeom>
          <a:solidFill>
            <a:srgbClr val="000000">
              <a:alpha val="7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16459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設計基礎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2648" y="29260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F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LLM Agent 擁有視覺化能力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474720" y="-457200"/>
            <a:ext cx="1828800" cy="1828800"/>
          </a:xfrm>
          <a:prstGeom prst="donut">
            <a:avLst/>
          </a:prstGeom>
          <a:solidFill>
            <a:srgbClr val="00FF88">
              <a:alpha val="12000"/>
            </a:srgbClr>
          </a:solidFill>
          <a:ln w="508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3200400"/>
            <a:ext cx="1371600" cy="1371600"/>
          </a:xfrm>
          <a:prstGeom prst="donut">
            <a:avLst/>
          </a:prstGeom>
          <a:solidFill>
            <a:srgbClr val="8888AA">
              <a:alpha val="10000"/>
            </a:srgbClr>
          </a:solidFill>
          <a:ln w="3810">
            <a:solidFill>
              <a:srgbClr val="8888AA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4114800"/>
            <a:ext cx="365760" cy="365760"/>
          </a:xfrm>
          <a:prstGeom prst="diamond">
            <a:avLst/>
          </a:prstGeom>
          <a:solidFill>
            <a:srgbClr val="00FF88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1554480"/>
            <a:ext cx="2011680" cy="2011680"/>
          </a:xfrm>
          <a:prstGeom prst="donut">
            <a:avLst/>
          </a:prstGeom>
          <a:solidFill>
            <a:srgbClr val="8888AA">
              <a:alpha val="8000"/>
            </a:srgbClr>
          </a:solidFill>
          <a:ln w="6350">
            <a:solidFill>
              <a:srgbClr val="8888A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為什麼需要 SKILL 設計？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1887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72284" y="13258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" y="13258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49808" y="18288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資料分析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1031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 CSV 資料轉換為圖表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23076" y="13258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3258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商業儀表板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1031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即時可視化業績指標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" y="30175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72284" y="31546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" y="31546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9808" y="36576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教育簡報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9319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自動生成說明性圖表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23076" y="31546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31546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800600" y="36576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圖像創作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39319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產生行銷素材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1371600"/>
            <a:ext cx="79187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vs Tool vs Function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657600" y="3200400"/>
            <a:ext cx="1828800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3383280"/>
            <a:ext cx="79187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FF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三個層級的抽象差異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0" y="640080"/>
            <a:ext cx="548640" cy="548640"/>
          </a:xfrm>
          <a:prstGeom prst="ellipse">
            <a:avLst/>
          </a:prstGeom>
          <a:solidFill>
            <a:srgbClr val="00FF88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74052" y="507492"/>
            <a:ext cx="356616" cy="356616"/>
          </a:xfrm>
          <a:prstGeom prst="ellipse">
            <a:avLst/>
          </a:prstGeom>
          <a:solidFill>
            <a:srgbClr val="00FF88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909560" y="457200"/>
            <a:ext cx="274320" cy="274320"/>
          </a:xfrm>
          <a:prstGeom prst="ellipse">
            <a:avLst/>
          </a:prstGeom>
          <a:solidFill>
            <a:srgbClr val="00FF88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38644" y="1037844"/>
            <a:ext cx="301752" cy="301752"/>
          </a:xfrm>
          <a:prstGeom prst="ellipse">
            <a:avLst/>
          </a:prstGeom>
          <a:solidFill>
            <a:srgbClr val="00FF88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3931920"/>
            <a:ext cx="365760" cy="365760"/>
          </a:xfrm>
          <a:prstGeom prst="ellipse">
            <a:avLst/>
          </a:prstGeom>
          <a:solidFill>
            <a:srgbClr val="00FF88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2688" y="3767328"/>
            <a:ext cx="237744" cy="237744"/>
          </a:xfrm>
          <a:prstGeom prst="ellipse">
            <a:avLst/>
          </a:prstGeom>
          <a:solidFill>
            <a:srgbClr val="00FF88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3703320"/>
            <a:ext cx="182880" cy="182880"/>
          </a:xfrm>
          <a:prstGeom prst="ellipse">
            <a:avLst/>
          </a:prstGeom>
          <a:solidFill>
            <a:srgbClr val="00FF88">
              <a:alpha val="14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層級對比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188720"/>
          <a:ext cx="7918704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2029968"/>
                <a:gridCol w="2029968"/>
                <a:gridCol w="2029968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概念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層級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定義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範例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Function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單一可調用的程式函數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generate_bar_chart()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Tool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多個 Function 組合 + 使用說明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Chart Tool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SKILL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完整的能力系統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數據可視化 SKILL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語法範例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188720"/>
            <a:ext cx="7918704" cy="3017520"/>
          </a:xfrm>
          <a:prstGeom prst="rect">
            <a:avLst/>
          </a:prstGeom>
          <a:solidFill>
            <a:srgbClr val="12122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chart-generation-skill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version: "1.0.0"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生成專業級圖表的技能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trigger: 當用戶需要圖表時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圖表生成技能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使用流程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分析需求 → 確定圖表類型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驗證輸入 → JSON Schema 檢查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生成圖表 → 調用渲染引擎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8572" cy="5148072"/>
          </a:xfrm>
          <a:prstGeom prst="rect">
            <a:avLst/>
          </a:prstGeom>
          <a:solidFill>
            <a:srgbClr val="00FF88">
              <a:alpha val="-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857250"/>
            <a:ext cx="7624572" cy="4290822"/>
          </a:xfrm>
          <a:prstGeom prst="rect">
            <a:avLst/>
          </a:prstGeom>
          <a:solidFill>
            <a:srgbClr val="03CF74">
              <a:alpha val="-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048000" y="1714500"/>
            <a:ext cx="6100572" cy="3433572"/>
          </a:xfrm>
          <a:prstGeom prst="rect">
            <a:avLst/>
          </a:prstGeom>
          <a:solidFill>
            <a:srgbClr val="069F60">
              <a:alpha val="-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2571750"/>
            <a:ext cx="4576572" cy="2576322"/>
          </a:xfrm>
          <a:prstGeom prst="rect">
            <a:avLst/>
          </a:prstGeom>
          <a:solidFill>
            <a:srgbClr val="096F4B">
              <a:alpha val="-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0" y="3429000"/>
            <a:ext cx="3052572" cy="1719072"/>
          </a:xfrm>
          <a:prstGeom prst="rect">
            <a:avLst/>
          </a:prstGeom>
          <a:solidFill>
            <a:srgbClr val="0C3F37">
              <a:alpha val="-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0" y="4286250"/>
            <a:ext cx="1528572" cy="861822"/>
          </a:xfrm>
          <a:prstGeom prst="rect">
            <a:avLst/>
          </a:prstGeom>
          <a:solidFill>
            <a:srgbClr val="0F0F23">
              <a:alpha val="1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0"/>
            <a:ext cx="160020" cy="160020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619134" y="115214"/>
            <a:ext cx="134417" cy="134417"/>
          </a:xfrm>
          <a:prstGeom prst="ellipse">
            <a:avLst/>
          </a:prstGeom>
          <a:solidFill>
            <a:srgbClr val="00FF88">
              <a:alpha val="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34349" y="230429"/>
            <a:ext cx="108814" cy="108814"/>
          </a:xfrm>
          <a:prstGeom prst="ellipse">
            <a:avLst/>
          </a:prstGeom>
          <a:solidFill>
            <a:srgbClr val="00FF88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411980"/>
            <a:ext cx="731520" cy="731520"/>
          </a:xfrm>
          <a:prstGeom prst="arc">
            <a:avLst/>
          </a:prstGeom>
          <a:solidFill>
            <a:srgbClr val="00FF88">
              <a:alpha val="10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85666" y="345186"/>
            <a:ext cx="864108" cy="864108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457200"/>
            <a:ext cx="640080" cy="640080"/>
          </a:xfrm>
          <a:prstGeom prst="ellipse">
            <a:avLst/>
          </a:prstGeom>
          <a:solidFill>
            <a:srgbClr val="0F0F23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76200" dist="25400" dir="2700000">
              <a:srgbClr val="00FF88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2004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147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6863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5433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9149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719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862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2578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721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291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6007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434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150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577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" y="2468880"/>
            <a:ext cx="7918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設計模式深度剖析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365760" y="365760"/>
            <a:ext cx="1097280" cy="1097280"/>
          </a:xfrm>
          <a:prstGeom prst="donut">
            <a:avLst/>
          </a:prstGeom>
          <a:solidFill>
            <a:srgbClr val="00FF88">
              <a:alpha val="6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3794760"/>
            <a:ext cx="822960" cy="822960"/>
          </a:xfrm>
          <a:prstGeom prst="donut">
            <a:avLst/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2026-04-23T06:44:25Z</dcterms:created>
  <dcterms:modified xsi:type="dcterms:W3CDTF">2026-04-23T06:44:25Z</dcterms:modified>
</cp:coreProperties>
</file>