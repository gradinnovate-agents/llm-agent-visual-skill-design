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四大設計模式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 Calling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每個圖表類型是獨立 Tool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Structured 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輸出 JSON 轉換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Interpreter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生成執行碼在沙盒執行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Generative UI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佈局×樣式雙維度控制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Calling vs Structured Output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1A2A3A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188720"/>
            <a:ext cx="3776472" cy="73152"/>
          </a:xfrm>
          <a:prstGeom prst="rect">
            <a:avLst/>
          </a:prstGeom>
          <a:solidFill>
            <a:srgbClr val="1A3A2A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Tool Calling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每個圖表類型是獨立函數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精細控制參數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適合穩定的圖表類型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188720"/>
            <a:ext cx="3776472" cy="3291840"/>
          </a:xfrm>
          <a:prstGeom prst="rect">
            <a:avLst>
              <a:gd name="adj" fmla="val 1667"/>
            </a:avLst>
          </a:prstGeom>
          <a:solidFill>
            <a:srgbClr val="2A1A2A"/>
          </a:solidFill>
          <a:ln/>
        </p:spPr>
      </p:sp>
      <p:sp>
        <p:nvSpPr>
          <p:cNvPr id="9" name="Shape 7"/>
          <p:cNvSpPr/>
          <p:nvPr/>
        </p:nvSpPr>
        <p:spPr>
          <a:xfrm>
            <a:off x="4626864" y="1188720"/>
            <a:ext cx="3776472" cy="73152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0" name="Text 8"/>
          <p:cNvSpPr/>
          <p:nvPr/>
        </p:nvSpPr>
        <p:spPr>
          <a:xfrm>
            <a:off x="4626864" y="1325880"/>
            <a:ext cx="3776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Structured Output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9744" y="1691640"/>
            <a:ext cx="3410712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只負責輸出 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解耦渲染引擎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C8C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更大的彈性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Interpreter 流程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1316736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生成代碼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根據需求生成 Python 程式碼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6584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60904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0904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3364992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98064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安全檢查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98064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檢查禁用模組和關鍵字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34840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09160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709160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Text 21"/>
          <p:cNvSpPr/>
          <p:nvPr/>
        </p:nvSpPr>
        <p:spPr>
          <a:xfrm>
            <a:off x="5413248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沙盒執行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46320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在受限環境中執行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83096" y="2880360"/>
            <a:ext cx="274320" cy="0"/>
          </a:xfrm>
          <a:prstGeom prst="line">
            <a:avLst/>
          </a:prstGeom>
          <a:noFill/>
          <a:ln w="25400">
            <a:solidFill>
              <a:srgbClr val="8888A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757416" y="1188720"/>
            <a:ext cx="1773936" cy="3383280"/>
          </a:xfrm>
          <a:prstGeom prst="roundRect">
            <a:avLst>
              <a:gd name="adj" fmla="val 5155"/>
            </a:avLst>
          </a:prstGeom>
          <a:solidFill>
            <a:srgbClr val="1A2A3A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188720"/>
            <a:ext cx="1773936" cy="54864"/>
          </a:xfrm>
          <a:prstGeom prst="roundRect">
            <a:avLst>
              <a:gd name="adj" fmla="val 166667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1216152"/>
            <a:ext cx="1773936" cy="274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Text 28"/>
          <p:cNvSpPr/>
          <p:nvPr/>
        </p:nvSpPr>
        <p:spPr>
          <a:xfrm>
            <a:off x="7461504" y="137160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94576" y="187452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捕捉輸出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94576" y="2423160"/>
            <a:ext cx="149961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獲取生成的圖片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模式選擇決策樹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18872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00FF88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31920" y="11887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需要什麼樣的圖表能力？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0020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60020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彈性/通用性 → Code Interpreter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9476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476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15468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5468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精確控制 → Tool Calling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2194560"/>
            <a:ext cx="77724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4924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70916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結構化數據 → Structured Output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164592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2194560"/>
            <a:ext cx="2331720" cy="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3720" y="2194560"/>
            <a:ext cx="0" cy="548640"/>
          </a:xfrm>
          <a:prstGeom prst="line">
            <a:avLst/>
          </a:prstGeom>
          <a:noFill/>
          <a:ln w="1524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63640" y="274320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63640" y="2743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</a:rPr>
              <a:t>豐富視覺 → Generative UI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模式選擇建議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需要精細控制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Tool Calling 模式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3176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3176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需要彈性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Code Interpreter 模式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13704" y="1280160"/>
            <a:ext cx="2517648" cy="3291840"/>
          </a:xfrm>
          <a:prstGeom prst="roundRect">
            <a:avLst>
              <a:gd name="adj" fmla="val 3632"/>
            </a:avLst>
          </a:prstGeom>
          <a:solidFill>
            <a:srgbClr val="1A2A3A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13704" y="1280160"/>
            <a:ext cx="54864" cy="3291840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需要解耦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Structured Output 模式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  <a:solidFill>
            <a:srgbClr val="00FF88">
              <a:alpha val="-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  <a:solidFill>
            <a:srgbClr val="03CF74">
              <a:alpha val="-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  <a:solidFill>
            <a:srgbClr val="069F60">
              <a:alpha val="-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  <a:solidFill>
            <a:srgbClr val="096F4B">
              <a:alpha val="-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  <a:solidFill>
            <a:srgbClr val="0C3F37">
              <a:alpha val="-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  <a:solidFill>
            <a:srgbClr val="0F0F23">
              <a:alpha val="1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03920" y="0"/>
            <a:ext cx="160020" cy="160020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19134" y="115214"/>
            <a:ext cx="134417" cy="134417"/>
          </a:xfrm>
          <a:prstGeom prst="ellipse">
            <a:avLst/>
          </a:prstGeom>
          <a:solidFill>
            <a:srgbClr val="00FF88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34349" y="230429"/>
            <a:ext cx="108814" cy="108814"/>
          </a:xfrm>
          <a:prstGeom prst="ellipse">
            <a:avLst/>
          </a:prstGeom>
          <a:solidFill>
            <a:srgbClr val="00FF88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4411980"/>
            <a:ext cx="731520" cy="731520"/>
          </a:xfrm>
          <a:prstGeom prst="arc">
            <a:avLst/>
          </a:prstGeom>
          <a:solidFill>
            <a:srgbClr val="00FF88">
              <a:alpha val="10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5666" y="345186"/>
            <a:ext cx="864108" cy="864108"/>
          </a:xfrm>
          <a:prstGeom prst="ellipse">
            <a:avLst/>
          </a:prstGeom>
          <a:solidFill>
            <a:srgbClr val="00FF88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0" y="457200"/>
            <a:ext cx="640080" cy="640080"/>
          </a:xfrm>
          <a:prstGeom prst="ellipse">
            <a:avLst/>
          </a:prstGeom>
          <a:solidFill>
            <a:srgbClr val="0F0F23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25400" dir="2700000">
              <a:srgbClr val="00FF88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  <a:solidFill>
            <a:srgbClr val="00FF88">
              <a:alpha val="79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  <a:solidFill>
            <a:srgbClr val="00FF88">
              <a:alpha val="73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  <a:solidFill>
            <a:srgbClr val="00FF88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  <a:solidFill>
            <a:srgbClr val="00FF88">
              <a:alpha val="43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  <a:solidFill>
            <a:srgbClr val="00FF88">
              <a:alpha val="23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  <a:solidFill>
            <a:srgbClr val="00FF88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圖表 SKILL 設計實戰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"/>
            <a:ext cx="1097280" cy="1097280"/>
          </a:xfrm>
          <a:prstGeom prst="donut">
            <a:avLst/>
          </a:prstGeom>
          <a:solidFill>
            <a:srgbClr val="00FF88">
              <a:alpha val="6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01000" y="3794760"/>
            <a:ext cx="822960" cy="822960"/>
          </a:xfrm>
          <a:prstGeom prst="donut">
            <a:avLst/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2026-04-23T08:23:29Z</dcterms:created>
  <dcterms:modified xsi:type="dcterms:W3CDTF">2026-04-23T08:23:29Z</dcterms:modified>
</cp:coreProperties>
</file>