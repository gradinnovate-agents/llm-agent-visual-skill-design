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圖像生成的特殊性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72284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不確定性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 prompt 可能產生不同結果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13258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3258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風格控制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需要明確的風格系統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2284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多張圖需維持相同風格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867912" cy="1645920"/>
          </a:xfrm>
          <a:prstGeom prst="roundRect">
            <a:avLst>
              <a:gd name="adj" fmla="val 4444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3076" y="3154680"/>
            <a:ext cx="502920" cy="50292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54680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5935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質量評估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931920"/>
            <a:ext cx="359359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難以程式化判斷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預設風格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7918704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044952"/>
                <a:gridCol w="3044952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風格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適用場景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photorealistic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寫實攝影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產品照、人物寫真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illustration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數位插畫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文章插圖、說明圖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sketch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草圖、概念圖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3d-render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3D 渲染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產品展示、建範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anime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動漫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卡通、角色設計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minimalist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8C8E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簡報、網頁設計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Engineering 指南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188720"/>
            <a:ext cx="7918704" cy="3017520"/>
          </a:xfrm>
          <a:prstGeom prst="rect">
            <a:avLst/>
          </a:prstGeom>
          <a:solidFill>
            <a:srgbClr val="1212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結構化 Prompt 模板: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[主體描述] + [風格修飾] + [技術參數]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範例: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"一隻橘色的貓坐在窗邊,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數位藝術風格,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高細節, 8k"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重要要素: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Subject: 主體 (a cat, a landscape)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Style: 風格 (digital art, photo)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Quality: 品質 (high quality, 8k)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Lighting: 光照 (natural light)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Composition: 構圖 (rule of thirds)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風格一致性保證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Seed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固定隨機種子確保可複現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3176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3176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768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 Prompt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7768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統一的提示詞模板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704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3704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8296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負面提示詞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8296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排除不必要的元素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驗證與測試策略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2026-04-23T06:44:25Z</dcterms:created>
  <dcterms:modified xsi:type="dcterms:W3CDTF">2026-04-23T06:44:25Z</dcterms:modified>
</cp:coreProperties>
</file>